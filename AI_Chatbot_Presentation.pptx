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on AI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User enters a message</a:t>
            </a:r>
          </a:p>
          <a:p>
            <a:pPr>
              <a:defRPr sz="2400"/>
            </a:pPr>
            <a:r>
              <a:t>• AI understands intent</a:t>
            </a:r>
          </a:p>
          <a:p>
            <a:pPr>
              <a:defRPr sz="2400"/>
            </a:pPr>
            <a:r>
              <a:t>• Generates a response</a:t>
            </a:r>
          </a:p>
          <a:p>
            <a:pPr>
              <a:defRPr sz="2400"/>
            </a:pPr>
            <a:r>
              <a:t>• Learns from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Customer support</a:t>
            </a:r>
          </a:p>
          <a:p>
            <a:pPr>
              <a:defRPr sz="2400"/>
            </a:pPr>
            <a:r>
              <a:t>• Education</a:t>
            </a:r>
          </a:p>
          <a:p>
            <a:pPr>
              <a:defRPr sz="2400"/>
            </a:pPr>
            <a:r>
              <a:t>• Healthcare</a:t>
            </a:r>
          </a:p>
          <a:p>
            <a:pPr>
              <a:defRPr sz="2400"/>
            </a:pPr>
            <a:r>
              <a:t>• Banking</a:t>
            </a:r>
          </a:p>
          <a:p>
            <a:pPr>
              <a:defRPr sz="2400"/>
            </a:pPr>
            <a:r>
              <a:t>• Shopping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Fast responses</a:t>
            </a:r>
          </a:p>
          <a:p>
            <a:pPr>
              <a:defRPr sz="2400"/>
            </a:pPr>
            <a:r>
              <a:t>• Saves time</a:t>
            </a:r>
          </a:p>
          <a:p>
            <a:pPr>
              <a:defRPr sz="2400"/>
            </a:pPr>
            <a:r>
              <a:t>• Reduces costs</a:t>
            </a:r>
          </a:p>
          <a:p>
            <a:pPr>
              <a:defRPr sz="2400"/>
            </a:pPr>
            <a:r>
              <a:t>• Available anytime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chatbots improve communication and automate many everyday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